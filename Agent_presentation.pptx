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AI WORKBENCH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698480" y="6492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097280"/>
            <a:ext cx="5120640" cy="5120640"/>
          </a:xfrm>
          <a:prstGeom prst="ellipse">
            <a:avLst/>
          </a:prstGeom>
          <a:solidFill>
            <a:srgbClr val="1D4ED8">
              <a:alpha val="6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474720"/>
            <a:ext cx="3474720" cy="3474720"/>
          </a:xfrm>
          <a:prstGeom prst="ellipse">
            <a:avLst/>
          </a:prstGeom>
          <a:solidFill>
            <a:srgbClr val="059669">
              <a:alpha val="7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8580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749808"/>
            <a:ext cx="2734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3C5FD"/>
                </a:solidFill>
              </a:rPr>
              <a:t>JAVA 17 • SPRING BOOT • LOCAL AGENT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694944" y="14173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AI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Workbench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13232" y="292608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DBFE"/>
                </a:solidFill>
              </a:rPr>
              <a:t>Complete Functional &amp; Technical Overview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6309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Chat + evidence-based Agent planning + sequential verified execution + resilient model failover + adaptive token management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1371600"/>
            <a:ext cx="3886200" cy="3474720"/>
          </a:xfrm>
          <a:prstGeom prst="roundRect">
            <a:avLst>
              <a:gd name="adj" fmla="val 2105"/>
            </a:avLst>
          </a:prstGeom>
          <a:solidFill>
            <a:srgbClr val="111C31">
              <a:alpha val="9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691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AGENT RUN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2148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Analyse workspace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80960" y="2697480"/>
            <a:ext cx="3017520" cy="283464"/>
          </a:xfrm>
          <a:prstGeom prst="roundRect">
            <a:avLst>
              <a:gd name="adj" fmla="val 9677"/>
            </a:avLst>
          </a:prstGeom>
          <a:solidFill>
            <a:srgbClr val="163A6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276148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</a:rPr>
              <a:t>✓ Plan 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80960" y="3090672"/>
            <a:ext cx="3017520" cy="283464"/>
          </a:xfrm>
          <a:prstGeom prst="roundRect">
            <a:avLst>
              <a:gd name="adj" fmla="val 9677"/>
            </a:avLst>
          </a:prstGeom>
          <a:solidFill>
            <a:srgbClr val="163A6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5552" y="315468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</a:rPr>
              <a:t>✓ Step 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80960" y="3483864"/>
            <a:ext cx="3017520" cy="283464"/>
          </a:xfrm>
          <a:prstGeom prst="roundRect">
            <a:avLst>
              <a:gd name="adj" fmla="val 9677"/>
            </a:avLst>
          </a:prstGeom>
          <a:solidFill>
            <a:srgbClr val="163A6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354787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</a:rPr>
              <a:t>✓ Verify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0" y="3877056"/>
            <a:ext cx="3017520" cy="283464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394106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○ Step 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80960" y="4270248"/>
            <a:ext cx="3017520" cy="283464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433425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○ Complete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596188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Prepared from the current portable-JAR source baseline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6291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09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Product at a Glance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local, prompt-driven development assistant designed for controlled autonomous work on real projects.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4747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54864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8988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563EB"/>
                </a:solidFill>
              </a:rPr>
              <a:t>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52728" y="13898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Chat mode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810512"/>
            <a:ext cx="3072384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Streaming conversation with persistent history, file attachments and editable messages.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352544" y="1234440"/>
            <a:ext cx="34747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234440"/>
            <a:ext cx="54864" cy="1965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38988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59669"/>
                </a:solidFill>
              </a:rPr>
              <a:t>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10912" y="13898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Agent mode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1810512"/>
            <a:ext cx="3072384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Analyse the mapped workspace, build an evidence-based plan, execute one approved step at a time and verify changes.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10728" y="1234440"/>
            <a:ext cx="34747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10728" y="1234440"/>
            <a:ext cx="54864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38988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C3AED"/>
                </a:solidFill>
              </a:rPr>
              <a:t>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69096" y="13898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Local-first runtime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11896" y="1810512"/>
            <a:ext cx="3072384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Works directly against user-supplied filesystem paths. JAR-owned state remains local beside the application.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94360" y="3529584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529584"/>
            <a:ext cx="54864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85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97706"/>
                </a:solidFill>
              </a:rPr>
              <a:t>↻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52728" y="368503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Model resilience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05656"/>
            <a:ext cx="3072384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Primary + ordered fallback models. Current workspace and plan state survive failover.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352544" y="3529584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52544" y="3529584"/>
            <a:ext cx="54864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3685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563EB"/>
                </a:solidFill>
              </a:rPr>
              <a:t>∑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10912" y="368503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Token efficiency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4105656"/>
            <a:ext cx="3072384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Adaptive pruning, rolling compaction, durable checkpoints and relevant-file retrieval reduce repeated context.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110728" y="3529584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0728" y="3529584"/>
            <a:ext cx="54864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3685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59669"/>
                </a:solidFill>
              </a:rPr>
              <a:t>◫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769096" y="368503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Extensible tooling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11896" y="4105656"/>
            <a:ext cx="3072384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Workspace tools, shell, HTTP, LSP, MCP, skills, subagents, attachments and project resources.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Design principle: give the agent freedom inside the active step, while keeping plan boundaries, permissions and verification deterministic.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High-Level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Single-user local web application with Spring Boot orchestration and OpenAI-compatible model access.</a:t>
            </a:r>
            <a:endParaRPr lang="en-US" sz="1100" dirty="0"/>
          </a:p>
        </p:txBody>
      </p:sp>
      <p:pic>
        <p:nvPicPr>
          <p:cNvPr id="4" name="Image 0" descr="/mnt/data/aiw_docs_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112014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The browser never accesses the workspace directly; Spring Boot mediates persistence, tools, approvals, model calls and execution state.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User Experience &amp; Interaction Modes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3444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72768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636776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3C5FD"/>
                </a:solidFill>
              </a:rPr>
              <a:t>CHAT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Fast conversational 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262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Persistent conversations and message history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File upload, extraction, download and view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Streaming answer delivery over SSE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Edit / rewind user messages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Project/file context can be included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91072" y="1234440"/>
            <a:ext cx="5239512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B8D4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57276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9F8F2"/>
          </a:solidFill>
          <a:ln w="12700">
            <a:solidFill>
              <a:srgbClr val="E9F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636776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9669"/>
                </a:solidFill>
              </a:rPr>
              <a:t>AGENT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Controlled autonomous execution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578608"/>
            <a:ext cx="443484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334155"/>
                </a:solidFill>
              </a:rPr>
              <a:t>Filesystem paths are resolved from the prompt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334155"/>
                </a:solidFill>
              </a:rPr>
              <a:t>Read-only analysis occurs before planning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334155"/>
                </a:solidFill>
              </a:rPr>
              <a:t>Plan can be edited, added to, reordered or unselected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334155"/>
                </a:solidFill>
              </a:rPr>
              <a:t>Single approval locks the plan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334155"/>
                </a:solidFill>
              </a:rPr>
              <a:t>Each step must do real work and verify mutations before progression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334155"/>
                </a:solidFill>
              </a:rPr>
              <a:t>Live progress, model and token telemetry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Only Chat and Agent are exposed as primary modes; workspace selection is prompt-driven rather than a permanent sidebar state.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Agent End-to-End Lifecycle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Agent does not generate a plan directly from the prompt; it first gathers workspace evidence.</a:t>
            </a:r>
            <a:endParaRPr lang="en-US" sz="1100" dirty="0"/>
          </a:p>
        </p:txBody>
      </p:sp>
      <p:pic>
        <p:nvPicPr>
          <p:cNvPr id="4" name="Image 0" descr="/mnt/data/aiw_docs_assets/agent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1737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3520440"/>
            <a:ext cx="35204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3520440"/>
            <a:ext cx="54864" cy="1627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367588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Before approval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9536" y="4096512"/>
            <a:ext cx="31181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Read project profile, instructions, descriptors, relevant file index, resource catalog and focused search results. No normal workspace mutation.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352544" y="3520440"/>
            <a:ext cx="35204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52544" y="3520440"/>
            <a:ext cx="54864" cy="16276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53712" y="367588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After approval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53712" y="4096512"/>
            <a:ext cx="31181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Only the active plan step is unlocked. The model may autonomously inspect, edit and run tools within that step.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8046720" y="3520440"/>
            <a:ext cx="35204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0" y="3520440"/>
            <a:ext cx="54864" cy="16276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7888" y="367588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Completion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47888" y="4096512"/>
            <a:ext cx="31181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 mutated revision must be verified. Next step unlocks only after completion; final response waits until the whole plan is done.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This state machine prevents a model response from accidentally crossing multiple plan-step boundaries in one turn.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Evidence-Based Planning &amp; Editable Review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Resolve paths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490216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9944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81656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Inspect workspace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22064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1792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13504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Collect evidence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153912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5352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Generate 4–12 steps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985760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5488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7200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User edits plan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817608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7336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909048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Approve once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8368" y="2423160"/>
            <a:ext cx="5257800" cy="3072384"/>
          </a:xfrm>
          <a:prstGeom prst="roundRect">
            <a:avLst>
              <a:gd name="adj" fmla="val 1786"/>
            </a:avLst>
          </a:prstGeom>
          <a:solidFill>
            <a:srgbClr val="EAF2FF"/>
          </a:solidFill>
          <a:ln w="12700">
            <a:solidFill>
              <a:srgbClr val="BED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27066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Evidence used before planning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3182112"/>
            <a:ext cx="443484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Workspace profile and mapped resources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AGENTS.md / CLAUDE.md / OpenCode instructions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Build descriptors and high-signal project files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Focused lexical search from the user objective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Skills, subagents, MCP/LSP status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2423160"/>
            <a:ext cx="5367528" cy="3072384"/>
          </a:xfrm>
          <a:prstGeom prst="roundRect">
            <a:avLst>
              <a:gd name="adj" fmla="val 1786"/>
            </a:avLst>
          </a:prstGeom>
          <a:solidFill>
            <a:srgbClr val="E9F8F2"/>
          </a:solidFill>
          <a:ln w="12700">
            <a:solidFill>
              <a:srgbClr val="B4E5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7066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Plan review controls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46520" y="3182112"/>
            <a:ext cx="443484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Edit text of any step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Add new steps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Remove unwanted steps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Include / unselect individual steps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Move steps up or down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</a:rPr>
              <a:t>Save changes before approval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Approval means “lock this edited plan and run Step 1” — not approval after every individual step.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Sequential Execution &amp; Verification Gate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1901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Active step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22576" y="1901952"/>
            <a:ext cx="429768" cy="274320"/>
          </a:xfrm>
          <a:prstGeom prst="chevron">
            <a:avLst/>
          </a:prstGeom>
          <a:solidFill>
            <a:srgbClr val="AAB6C5"/>
          </a:solidFill>
          <a:ln w="12700">
            <a:solidFill>
              <a:srgbClr val="AAB6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60020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62656" y="1901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Real tool work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25696" y="1901952"/>
            <a:ext cx="429768" cy="274320"/>
          </a:xfrm>
          <a:prstGeom prst="chevron">
            <a:avLst/>
          </a:prstGeom>
          <a:solidFill>
            <a:srgbClr val="AAB6C5"/>
          </a:solidFill>
          <a:ln w="12700">
            <a:solidFill>
              <a:srgbClr val="AAB6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60020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776" y="1901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Mutation?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28816" y="1901952"/>
            <a:ext cx="429768" cy="274320"/>
          </a:xfrm>
          <a:prstGeom prst="chevron">
            <a:avLst/>
          </a:prstGeom>
          <a:solidFill>
            <a:srgbClr val="AAB6C5"/>
          </a:solidFill>
          <a:ln w="12700">
            <a:solidFill>
              <a:srgbClr val="AAB6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60020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1901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Verify revision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31936" y="1901952"/>
            <a:ext cx="429768" cy="274320"/>
          </a:xfrm>
          <a:prstGeom prst="chevron">
            <a:avLst/>
          </a:prstGeom>
          <a:solidFill>
            <a:srgbClr val="AAB6C5"/>
          </a:solidFill>
          <a:ln w="12700">
            <a:solidFill>
              <a:srgbClr val="AAB6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160020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72016" y="1901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Unlock next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23560" y="2542032"/>
            <a:ext cx="0" cy="80467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33672" y="3337560"/>
            <a:ext cx="2788920" cy="841248"/>
          </a:xfrm>
          <a:prstGeom prst="roundRect">
            <a:avLst>
              <a:gd name="adj" fmla="val 5435"/>
            </a:avLst>
          </a:prstGeom>
          <a:solidFill>
            <a:srgbClr val="FEECEC"/>
          </a:solidFill>
          <a:ln w="12700">
            <a:solidFill>
              <a:srgbClr val="F4B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357530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991B1B"/>
                </a:solidFill>
              </a:rPr>
              <a:t>No mutation → step can complete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991B1B"/>
                </a:solidFill>
              </a:rPr>
              <a:t>Mutation → verifier must pass first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52628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6817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Guard 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5102352"/>
            <a:ext cx="28437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todo_update alone cannot fake completion.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471416" y="452628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71416" y="4526280"/>
            <a:ext cx="54864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46817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Guard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72584" y="5102352"/>
            <a:ext cx="28437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Later tool calls in the same response are deferred after a plan boundary.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211312" y="452628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11312" y="4526280"/>
            <a:ext cx="54864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6817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Guard 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5102352"/>
            <a:ext cx="28437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Final answer is blocked while approved plan steps remain incomplete.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Verification is revision-aware: only a real changed workspace revision requires a new verifier.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Workspace &amp; Multi-Resource Resolution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34440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Prompt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084832"/>
            <a:ext cx="29718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Primary project: D:\work\new-playwright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Reference project: D:\work\selenium-old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Recorded flow: D:\recordings\payment.json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840480"/>
            <a:ext cx="2880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Resolver supports Windows, UNC, quoted/backticked, smart-quoted and POSIX-style paths.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2761488"/>
            <a:ext cx="59436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21808" y="1234440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21808" y="1234440"/>
            <a:ext cx="54864" cy="13533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2976" y="138988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Primary workspace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22976" y="1810512"/>
            <a:ext cx="2340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Authoritative live root. Agent mutations, build and verification happen here.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321808" y="2770632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21808" y="2770632"/>
            <a:ext cx="54864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292608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Reference resources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22976" y="3346704"/>
            <a:ext cx="2340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Additional paths can be exposed with safe roles for read/write/build/test/check operations.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321808" y="4306824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21808" y="4306824"/>
            <a:ext cx="54864" cy="1353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446227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Attachments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22976" y="4882896"/>
            <a:ext cx="2340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Uploaded artifacts remain conversation-scoped and can be listed, read or searched.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357616" y="1234440"/>
            <a:ext cx="315468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1234440"/>
            <a:ext cx="54864" cy="20299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58784" y="1389888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Instruction hierarchy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58784" y="1810512"/>
            <a:ext cx="2752344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AGENTS.md, CLAUDE.md, .opencode/instructions.md, Copilot instructions and nested project guidance.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357616" y="3520440"/>
            <a:ext cx="315468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3520440"/>
            <a:ext cx="54864" cy="21396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8784" y="3675888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Extension discovery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58784" y="4096512"/>
            <a:ext cx="2752344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Skills, MCP configuration and LSP configuration can come from project or supported user-level locations.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Agent Tool Ecosystem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60 built-in tools plus dynamically discovered MCP tools.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42900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34440"/>
            <a:ext cx="54864" cy="19933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89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Inspect &amp; retrieve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302666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inspect_workspace, profile, list, glob, grep, index, read, chunk, read_many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61688" y="1234440"/>
            <a:ext cx="342900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234440"/>
            <a:ext cx="54864" cy="19933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389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Mutate workspace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2856" y="1810512"/>
            <a:ext cx="302666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edit, write, apply_patch, copy, move, delete, resource_*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065008" y="1234440"/>
            <a:ext cx="342900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234440"/>
            <a:ext cx="54864" cy="1993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389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Execute &amp; verify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6176" y="1810512"/>
            <a:ext cx="302666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build, test, check, bash, process_start/status/output/stop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58368" y="3502152"/>
            <a:ext cx="342900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502152"/>
            <a:ext cx="54864" cy="19933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65760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4078224"/>
            <a:ext cx="302666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http_request, MCP status/tools, LSP, skills, subagents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361688" y="3502152"/>
            <a:ext cx="342900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1688" y="3502152"/>
            <a:ext cx="54864" cy="19933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856" y="365760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Context resources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2856" y="4078224"/>
            <a:ext cx="302666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attachments, instruction catalog, resource catalog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065008" y="3502152"/>
            <a:ext cx="342900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502152"/>
            <a:ext cx="54864" cy="19933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365760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Plan state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66176" y="4078224"/>
            <a:ext cx="302666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todowrite, todoread, todo_update, workspace_status/diff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Independent read-only calls can be executed in parallel; mutation and plan progression remain ordered.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Token &amp; Context Management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Adaptive rolling context keeps durable state while reducing repeated tool/history tokens.</a:t>
            </a:r>
            <a:endParaRPr lang="en-US" sz="1100" dirty="0"/>
          </a:p>
        </p:txBody>
      </p:sp>
      <p:pic>
        <p:nvPicPr>
          <p:cNvPr id="4" name="Image 0" descr="/mnt/data/aiw_docs_assets/toke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25296"/>
            <a:ext cx="11137392" cy="2148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3794760"/>
            <a:ext cx="25146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3794760"/>
            <a:ext cx="54864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395020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Estimate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9536" y="4370832"/>
            <a:ext cx="211226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Message tokens + tool-schema tokens + request overhead are estimated before each call.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3300984" y="3794760"/>
            <a:ext cx="25146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00984" y="3794760"/>
            <a:ext cx="54864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02152" y="395020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Prune early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02152" y="4370832"/>
            <a:ext cx="211226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Old tool output and superseded runtime steering are reduced before hard compaction.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5943600" y="3794760"/>
            <a:ext cx="25146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3794760"/>
            <a:ext cx="54864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395020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Compact adaptively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44768" y="4370832"/>
            <a:ext cx="211226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Threshold = usable input limit − dynamic headroom. Recent tail remains verbatim.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8586216" y="3794760"/>
            <a:ext cx="25146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86216" y="3794760"/>
            <a:ext cx="54864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87384" y="395020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Rehydrate state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87384" y="4370832"/>
            <a:ext cx="211226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Objective, active plan, model, revisions, verification and relevant-file hints are re-injected compactly.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Defaults: ~8k recent-context target, 20k safety/output reserve, ~1,200 characters for older tool observations.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Model Pool, Recovery &amp; Failover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2148840" cy="804672"/>
          </a:xfrm>
          <a:prstGeom prst="roundRect">
            <a:avLst>
              <a:gd name="adj" fmla="val 56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" y="16733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Primary model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044952" y="1682496"/>
            <a:ext cx="393192" cy="274320"/>
          </a:xfrm>
          <a:prstGeom prst="chevron">
            <a:avLst/>
          </a:prstGeom>
          <a:solidFill>
            <a:srgbClr val="B6C2D0"/>
          </a:solidFill>
          <a:ln w="12700">
            <a:solidFill>
              <a:srgbClr val="B6C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417320"/>
            <a:ext cx="2148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7328" y="16733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Fallback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88152" y="1682496"/>
            <a:ext cx="393192" cy="274320"/>
          </a:xfrm>
          <a:prstGeom prst="chevron">
            <a:avLst/>
          </a:prstGeom>
          <a:solidFill>
            <a:srgbClr val="B6C2D0"/>
          </a:solidFill>
          <a:ln w="12700">
            <a:solidFill>
              <a:srgbClr val="B6C2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17320"/>
            <a:ext cx="2148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Fallback 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31352" y="1682496"/>
            <a:ext cx="393192" cy="274320"/>
          </a:xfrm>
          <a:prstGeom prst="chevron">
            <a:avLst/>
          </a:prstGeom>
          <a:solidFill>
            <a:srgbClr val="B6C2D0"/>
          </a:solidFill>
          <a:ln w="12700">
            <a:solidFill>
              <a:srgbClr val="B6C2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1417320"/>
            <a:ext cx="2148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53728" y="16733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Fallback 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697480"/>
            <a:ext cx="32461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697480"/>
            <a:ext cx="54864" cy="19385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8529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Preserved across switch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273552"/>
            <a:ext cx="2843784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Workspace root, edited/approved plan, active step, mutation revision, verification state and durable run record.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480560" y="2697480"/>
            <a:ext cx="32461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2697480"/>
            <a:ext cx="54864" cy="19385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8529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Immediate failover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81728" y="3273552"/>
            <a:ext cx="2843784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Unknown / unsupported / unavailable model errors skip the normal retry budget and move to the next configured model.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138160" y="2697480"/>
            <a:ext cx="32461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2697480"/>
            <a:ext cx="54864" cy="19385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28529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Current retry behavior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3273552"/>
            <a:ext cx="2843784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Transient 429/5xx/timeout failures currently share the per-model recovery budget. A future refinement should separate transport retries from reasoning recovery.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Recommended operational improvement: cap 504/timeout retries, compact once, then fail over instead of resending the same large request repeatedly.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Persistence, Data Model &amp; Portable JAR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34440"/>
            <a:ext cx="48463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Portable application layout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084832"/>
            <a:ext cx="38404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&lt;jar-folder&gt;/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advanced-ai-workbench.jar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data/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chatdb.mv.db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uploads/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agent-cache/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agent-runs/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cache/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logs/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487375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9F8F2"/>
          </a:solidFill>
          <a:ln w="12700">
            <a:solidFill>
              <a:srgbClr val="E9F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4937760"/>
            <a:ext cx="2139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59669"/>
                </a:solidFill>
              </a:rPr>
              <a:t>ZERO-CONFIG PATH RESOLUTION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806440" y="1234440"/>
            <a:ext cx="5715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08192" y="1554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Persistent data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08192" y="2057400"/>
            <a:ext cx="2331720" cy="713232"/>
          </a:xfrm>
          <a:prstGeom prst="roundRect">
            <a:avLst>
              <a:gd name="adj" fmla="val 5128"/>
            </a:avLst>
          </a:prstGeom>
          <a:solidFill>
            <a:srgbClr val="EAF2FF"/>
          </a:solidFill>
          <a:ln w="12700">
            <a:solidFill>
              <a:srgbClr val="C8D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221284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Conversation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91072" y="24323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title + timestamps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714232" y="2057400"/>
            <a:ext cx="2331720" cy="713232"/>
          </a:xfrm>
          <a:prstGeom prst="roundRect">
            <a:avLst>
              <a:gd name="adj" fmla="val 5128"/>
            </a:avLst>
          </a:prstGeom>
          <a:solidFill>
            <a:srgbClr val="EAF2FF"/>
          </a:solidFill>
          <a:ln w="12700">
            <a:solidFill>
              <a:srgbClr val="C8D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7112" y="221284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Message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97112" y="24323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role + content + attachments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108192" y="3017520"/>
            <a:ext cx="2331720" cy="713232"/>
          </a:xfrm>
          <a:prstGeom prst="roundRect">
            <a:avLst>
              <a:gd name="adj" fmla="val 5128"/>
            </a:avLst>
          </a:prstGeom>
          <a:solidFill>
            <a:srgbClr val="EAF2FF"/>
          </a:solidFill>
          <a:ln w="12700">
            <a:solidFill>
              <a:srgbClr val="C8D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17296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91072" y="33924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stored path + MIME + extracted text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714232" y="3017520"/>
            <a:ext cx="2331720" cy="713232"/>
          </a:xfrm>
          <a:prstGeom prst="roundRect">
            <a:avLst>
              <a:gd name="adj" fmla="val 5128"/>
            </a:avLst>
          </a:prstGeom>
          <a:solidFill>
            <a:srgbClr val="EAF2FF"/>
          </a:solidFill>
          <a:ln w="12700">
            <a:solidFill>
              <a:srgbClr val="C8D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7112" y="317296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ProjectWorkspace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97112" y="33924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conversation + local path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108192" y="3977640"/>
            <a:ext cx="2331720" cy="713232"/>
          </a:xfrm>
          <a:prstGeom prst="roundRect">
            <a:avLst>
              <a:gd name="adj" fmla="val 5128"/>
            </a:avLst>
          </a:prstGeom>
          <a:solidFill>
            <a:srgbClr val="EAF2FF"/>
          </a:solidFill>
          <a:ln w="12700">
            <a:solidFill>
              <a:srgbClr val="C8D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413308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ProjectFile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91072" y="43525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relative path + indexed text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8714232" y="3977640"/>
            <a:ext cx="2331720" cy="713232"/>
          </a:xfrm>
          <a:prstGeom prst="roundRect">
            <a:avLst>
              <a:gd name="adj" fmla="val 5128"/>
            </a:avLst>
          </a:prstGeom>
          <a:solidFill>
            <a:srgbClr val="E9F8F2"/>
          </a:solidFill>
          <a:ln w="12700">
            <a:solidFill>
              <a:srgbClr val="B4E5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7112" y="413308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Agent run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97112" y="43525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JSON record in data/agent-runs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Startup resolves the packaged JAR directory at runtime, avoiding the old “./data follows the current CMD directory” portability problem.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REST &amp; SSE API Surface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Browser UI communicates with localhost Spring Boot endpoints.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429000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89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Chat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1764792"/>
            <a:ext cx="304495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/api/chat/stream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276148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SSE model stream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61688" y="1234440"/>
            <a:ext cx="3429000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389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44568" y="1764792"/>
            <a:ext cx="304495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PUT /api/agent/runs/{id}/plan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/approvals/{id}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/runs/{id}/cancel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/runs/{id}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44568" y="276148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Plan, approval and durable run state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65008" y="1234440"/>
            <a:ext cx="3429000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389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Conversations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47888" y="1764792"/>
            <a:ext cx="304495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GET/POST /api/conversations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/{id}/messages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PATCH /{id}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/{id}/rewind/{messageId}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DELETE /{id}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/{id}/export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47888" y="276148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History and editable conversation state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3520440"/>
            <a:ext cx="3429000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675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Files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4050792"/>
            <a:ext cx="304495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/api/files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/api/files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/{id}/text|view|download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1248" y="504748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Upload and extraction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61688" y="3520440"/>
            <a:ext cx="3429000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3675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Projects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44568" y="4050792"/>
            <a:ext cx="304495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/api/projects[/local]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/api/projects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/{id}/files/batch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/{id}/apply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DELETE endpoints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Indexed project context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65008" y="3520440"/>
            <a:ext cx="3429000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3675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Artifacts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47888" y="4050792"/>
            <a:ext cx="304495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/api/artifacts/excel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/api/artifacts/project-patch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47888" y="504748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Generated downloadable artifacts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The service binds to 127.0.0.1:8090 by default; API key is supplied to model calls through the application, not stored as a shared global credential.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File, Project &amp; Artifact Capabilities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34440"/>
            <a:ext cx="342900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234440"/>
            <a:ext cx="54864" cy="19751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389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File ingestion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1810512"/>
            <a:ext cx="302666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Conversation-scoped upload storage. Plain text is read directly; DOCX/XLSX/PPTX use structured extractors with Tika fallback; PDF/other formats use Tika.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379976" y="1234440"/>
            <a:ext cx="342900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79976" y="1234440"/>
            <a:ext cx="54864" cy="19751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389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Project indexing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81144" y="1810512"/>
            <a:ext cx="302666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Local project scan skips common build/dependency/cache directories, binaries, oversize files and sensitive filenames. Common build descriptors are prioritized.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101584" y="1234440"/>
            <a:ext cx="342900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01584" y="1234440"/>
            <a:ext cx="54864" cy="19751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389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Secret handling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02752" y="1810512"/>
            <a:ext cx="302666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Indexed text is redacted for common API key/token/password/secret assignments and Bearer tokens before persistence.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58368" y="3520440"/>
            <a:ext cx="342900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520440"/>
            <a:ext cx="54864" cy="19751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675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Patch safety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" y="4096512"/>
            <a:ext cx="302666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Target normalization and symlink-segment checks prevent a project patch from escaping the selected root.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379976" y="3520440"/>
            <a:ext cx="342900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79976" y="3520440"/>
            <a:ext cx="54864" cy="19751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3675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Artifacts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81144" y="4096512"/>
            <a:ext cx="302666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Supports Excel export and project-patch artifact creation through dedicated endpoints.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101584" y="3520440"/>
            <a:ext cx="342900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1584" y="3520440"/>
            <a:ext cx="54864" cy="19751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367588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Live workspace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02752" y="4096512"/>
            <a:ext cx="302666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Agent operates on the real mapped local path; project index is context support, not a sandbox substitute.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Images/audio/video are stored as attachments but do not receive generic text extraction in the current file service.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Permissions, Security &amp; Privacy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34440"/>
            <a:ext cx="48006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Agent permission matrix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41832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</a:rPr>
              <a:t>Edit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0" y="200253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2066544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allow / ask / deny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41832" y="2569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</a:rPr>
              <a:t>Shell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24871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2551176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allow / ask / deny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41832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</a:rPr>
              <a:t>Review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0" y="29718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3035808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allow / ask / deny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41832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</a:rPr>
              <a:t>MCP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0" y="345643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3520440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allow / ask / deny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41832" y="4023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</a:rPr>
              <a:t>Subagent task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0" y="394106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4005072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allow / ask / deny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41832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</a:rPr>
              <a:t>LSP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60320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4489704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allow / ask / deny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760720" y="1234440"/>
            <a:ext cx="5760720" cy="4526280"/>
          </a:xfrm>
          <a:prstGeom prst="roundRect">
            <a:avLst>
              <a:gd name="adj" fmla="val 12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572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Current deployment boundary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080760" y="2084832"/>
            <a:ext cx="48920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CBD5E1"/>
                </a:solidFill>
              </a:rPr>
              <a:t>Localhost-only binding by default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CBD5E1"/>
                </a:solidFill>
              </a:rPr>
              <a:t>Single-user local application architecture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CBD5E1"/>
                </a:solidFill>
              </a:rPr>
              <a:t>API keys are personal and should not be shared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CBD5E1"/>
                </a:solidFill>
              </a:rPr>
              <a:t>Request/header DEBUG logging should remain disabled because Authorization may contain the key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CBD5E1"/>
                </a:solidFill>
              </a:rPr>
              <a:t>Indexed project content applies secret redaction and sensitive-file skipping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CBD5E1"/>
                </a:solidFill>
              </a:rPr>
              <a:t>Enterprise exposure would require TLS, authentication, RBAC, central secrets and audit controls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“Allow” gives autonomy; “Ask” creates explicit approval points; “Deny” blocks the action category.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Build, Test, Packaging &amp; Startup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059669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Java 17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490216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9944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81656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Maven / wrapper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22064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1792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13504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Spring Boot package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153912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5352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Copy JAR anywhere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985760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5488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7200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java -jar ...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817608" y="1298448"/>
            <a:ext cx="1722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7336" y="1408176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909048" y="1682496"/>
            <a:ext cx="153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Open localhost:8090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8368" y="2496312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2496312"/>
            <a:ext cx="54864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265176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Technology baseline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" y="3072384"/>
            <a:ext cx="302666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Spring Boot 3.5.16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Java 17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H2 runtime database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Apache Tika 2.9.2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Apache POI 5.2.5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379976" y="2496312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79976" y="2496312"/>
            <a:ext cx="54864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265176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Release test behavior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81144" y="3072384"/>
            <a:ext cx="302666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Default POM currently skips Maven tests during normal install/package. Full tests are enabled explicitly through the full-tests profile.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101584" y="2496312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1584" y="2496312"/>
            <a:ext cx="54864" cy="2011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265176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Portable startup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02752" y="3072384"/>
            <a:ext cx="302666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The JAR creates data, uploads, agent-cache, agent-runs, cache and logs beside itself. No hard-coded drive or user-home data path is required.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1920240" y="4800600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12848" y="5010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java -jar advanced-ai-workbench.jar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Roadmap: re-enable deterministic unit tests in normal release CI and quarantine only genuinely environment-bound integration tests.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Troubleshooting &amp; Operational Guidance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34440"/>
            <a:ext cx="1088136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81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Symptom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14813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Likely cause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29400" y="148132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Recommended 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H2 “unsupported database file version / invalid header”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566160" y="1874520"/>
            <a:ext cx="2880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Old/incompatible/corrupt H2 file or wrong historical data location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629400" y="1874520"/>
            <a:ext cx="4892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Stop app; preserve/rename DB if needed. New portable build writes beside JAR.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822960" y="2487168"/>
            <a:ext cx="1049731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96896"/>
            <a:ext cx="2560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HTTP 504 Gateway Time-out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566160" y="2596896"/>
            <a:ext cx="2880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Provider model did not respond before upstream gateway timeout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6629400" y="2596896"/>
            <a:ext cx="4892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Check model load and input size; prune/compact; retry conservatively; fail over.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22960" y="3209544"/>
            <a:ext cx="1049731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19272"/>
            <a:ext cx="2560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Agent repeats same action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3566160" y="3319272"/>
            <a:ext cx="2880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No-progress reasoning loop or stale assumption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6629400" y="3319272"/>
            <a:ext cx="4892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Inspect last events; recovery rotates strategy; fallback model if loop persists.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1049731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41648"/>
            <a:ext cx="2560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Agent waits for approval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3566160" y="4041648"/>
            <a:ext cx="2880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Draft plan or tool permission is in Ask state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6629400" y="4041648"/>
            <a:ext cx="4892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Review/edit/approve plan or resolve the visible tool approval.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22960" y="4654296"/>
            <a:ext cx="1049731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64024"/>
            <a:ext cx="2560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High token consumption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3566160" y="4764024"/>
            <a:ext cx="28803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Large tool observations, repeated retries or uncompacted context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629400" y="4764024"/>
            <a:ext cx="4892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Watch token telemetry; prune/compact; avoid repeated identical 504 retries.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585216" y="5989320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6089904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A 504 is a provider/gateway timeout, not proof of context overflow. A true hard context error is normally returned as a client/request validation failure.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Current Constraints &amp; Recommended Next Improvements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234440"/>
            <a:ext cx="5166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234440"/>
            <a:ext cx="54864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389888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Transport retry policy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1810512"/>
            <a:ext cx="4764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Separate HTTP retry budgets from Agent reasoning recovery; especially cap 504/timeout retries and compact before retrying large payloads.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144768" y="1234440"/>
            <a:ext cx="5166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44768" y="123444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389888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Provider diagnostics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5936" y="1810512"/>
            <a:ext cx="4764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Show per-request input estimate, payload size, output allowance, latency, HTTP status and retry reason.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58368" y="2770632"/>
            <a:ext cx="5166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2770632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92608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Optional semantic index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3346704"/>
            <a:ext cx="4764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Add embedding-backed retrieval for very large repositories while keeping the zero-cost lexical index as the default.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144768" y="2770632"/>
            <a:ext cx="5166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2770632"/>
            <a:ext cx="54864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92608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Database migration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3346704"/>
            <a:ext cx="4764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Add explicit H2 migration/backup/reinitialize workflow for incompatible legacy database files.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58368" y="4306824"/>
            <a:ext cx="5166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306824"/>
            <a:ext cx="54864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46227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Enterprise hardening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4882896"/>
            <a:ext cx="4764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Authentication, TLS, RBAC, centralized secrets and audit trails when deployment moves beyond localhost.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144768" y="4306824"/>
            <a:ext cx="5166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4306824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446227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Release CI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45936" y="4882896"/>
            <a:ext cx="4764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Run deterministic unit tests by default; isolate only environment-sensitive tests.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2103120" y="5650992"/>
            <a:ext cx="795528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5843016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Ready for controlled local testing: analyse → plan → review → execute → verify → recover → finish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Advanced AI Workbench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AI Workbench - Functional and Technical Overview</dc:title>
  <dc:subject>Advanced AI Workbench - Functional and Technical Overview</dc:subject>
  <dc:creator>OpenAI</dc:creator>
  <cp:lastModifiedBy>OpenAI</cp:lastModifiedBy>
  <cp:revision>1</cp:revision>
  <dcterms:created xsi:type="dcterms:W3CDTF">2026-09-09T15:36:07Z</dcterms:created>
  <dcterms:modified xsi:type="dcterms:W3CDTF">2026-09-09T15:36:07Z</dcterms:modified>
</cp:coreProperties>
</file>